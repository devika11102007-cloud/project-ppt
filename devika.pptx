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483" r:id="rId3"/>
    <p:sldId id="484" r:id="rId5"/>
    <p:sldId id="470" r:id="rId6"/>
    <p:sldId id="478" r:id="rId7"/>
    <p:sldId id="482" r:id="rId8"/>
    <p:sldId id="486" r:id="rId9"/>
    <p:sldId id="488" r:id="rId10"/>
    <p:sldId id="489" r:id="rId11"/>
    <p:sldId id="490" r:id="rId12"/>
    <p:sldId id="487" r:id="rId13"/>
    <p:sldId id="473" r:id="rId14"/>
    <p:sldId id="468" r:id="rId15"/>
  </p:sldIdLst>
  <p:sldSz cx="12192000" cy="6858000"/>
  <p:notesSz cx="6954520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 showGuides="1">
      <p:cViewPr>
        <p:scale>
          <a:sx n="50" d="100"/>
          <a:sy n="50" d="100"/>
        </p:scale>
        <p:origin x="82" y="84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  <a:endParaRPr lang="en-US" noProof="0"/>
          </a:p>
          <a:p>
            <a:pPr lvl="1"/>
            <a:r>
              <a:rPr lang="en-US" noProof="0"/>
              <a:t>Second level</a:t>
            </a:r>
            <a:endParaRPr lang="en-US" noProof="0"/>
          </a:p>
          <a:p>
            <a:pPr lvl="2"/>
            <a:r>
              <a:rPr lang="en-US" noProof="0"/>
              <a:t>Third level</a:t>
            </a:r>
            <a:endParaRPr lang="en-US" noProof="0"/>
          </a:p>
          <a:p>
            <a:pPr lvl="3"/>
            <a:r>
              <a:rPr lang="en-US" noProof="0"/>
              <a:t>Fourth level</a:t>
            </a:r>
            <a:endParaRPr lang="en-US" noProof="0"/>
          </a:p>
          <a:p>
            <a:pPr lvl="4"/>
            <a:r>
              <a:rPr lang="en-US" noProof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</a:fld>
            <a:endParaRPr lang="en-US" alt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Dr./Mr./Ms./Prof.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 panose="020B0604020202020204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 panose="020B0604020202020204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86072" y="4088074"/>
            <a:ext cx="12009870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B. Tech (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CSG)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 panose="020B0604020202020204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</a:t>
            </a:r>
            <a:r>
              <a:rPr lang="en-US" sz="2000" b="1" dirty="0" smtClean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PALLAVI R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Program Internship Coordinator: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S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irapu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T</a:t>
            </a:r>
            <a:r>
              <a:rPr lang="en-US" sz="2000" b="1" dirty="0" err="1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eja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Name of the School Internship Coordinators: </a:t>
            </a:r>
            <a:r>
              <a:rPr lang="en-US" sz="2000" b="1" dirty="0" smtClean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Dr. Bhuvaneshwari Patil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 panose="020B0604030504040204"/>
                <a:sym typeface="Verdana" panose="020B0604030504040204"/>
              </a:rPr>
              <a:t>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 panose="020B0604030504040204"/>
              <a:sym typeface="Verdana" panose="020B0604030504040204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  <a:defRPr sz="2800" b="1" i="0" u="none" strike="noStrike" cap="none">
                <a:solidFill>
                  <a:srgbClr val="17365D"/>
                </a:solidFill>
                <a:latin typeface="Verdana" panose="020B0604030504040204"/>
                <a:ea typeface="Verdana" panose="020B0604030504040204"/>
                <a:cs typeface="Verdana" panose="020B0604030504040204"/>
                <a:sym typeface="Verdana" panose="020B060403050404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altLang="en-US" dirty="0" smtClean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</a:t>
            </a:r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TITLE OF THE INTERNSHIP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/>
                <a:gridCol w="3513221"/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DEVIKA</a:t>
                      </a:r>
                      <a:r>
                        <a:rPr lang="en-US" baseline="0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POLICEPATIL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20241CSG0102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  <a:endParaRPr lang="en-US" b="1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5CSG02</a:t>
                      </a:r>
                      <a:endParaRPr lang="en-US" dirty="0"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386080" y="51847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 panose="020B0604030504040204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" name="Text Placeholder 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6080" y="2390970"/>
            <a:ext cx="274434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1539240"/>
            <a:ext cx="8260080" cy="246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8" name="TextBox 27"/>
          <p:cNvSpPr txBox="1"/>
          <p:nvPr/>
        </p:nvSpPr>
        <p:spPr>
          <a:xfrm>
            <a:off x="929640" y="1295400"/>
            <a:ext cx="826008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Pinnacle Labs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&amp; Technology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Internship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/ Work Progress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1 – Calculator Using C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2 – Number Guessing Game Using C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Skills &amp; Learning Outcomes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371948"/>
            <a:ext cx="10373289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Completed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4-week C Programming Internship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Pinnacle Labs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focused on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practical programming and application </a:t>
            </a:r>
            <a:endParaRPr kumimoji="0" lang="en-US" alt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experience in writing and executing C programs.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to apply programming concepts through practical projects.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mainly with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language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Improved logical thinking, debugging and problem-solving skills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5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932810"/>
            <a:ext cx="923512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the fundamentals of the C programming language.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variables and data types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operators and expressions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conditional statements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loops and iterative logic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organize programs.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with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arrays and strings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 input and output operations.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logical solutions for programming problems.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774745"/>
            <a:ext cx="9685665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experience as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Programmer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Strengthen knowledge of the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 programming language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programming logic and problem-solving techniques.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to use conditional statements and loops effectively.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Understand functions and modular programming.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Calculator using 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Number Guessing Game using C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debugging and logical thinking skills.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 to test and improve C programs.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6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38200" y="1227941"/>
            <a:ext cx="7103227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 1 – C Fundamentals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basic C syntax and program structure.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variables, data types and operators.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input and output operations.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Week 2 – Control Statements &amp; Functions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Practiced if-else and switch.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Worked with for, while and do-while loops. 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Learned functions and modular programming.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</a:fld>
            <a:endParaRPr lang="en-US" altLang="en-US"/>
          </a:p>
        </p:txBody>
      </p:sp>
      <p:sp>
        <p:nvSpPr>
          <p:cNvPr id="3" name="TextBox 2"/>
          <p:cNvSpPr txBox="1"/>
          <p:nvPr/>
        </p:nvSpPr>
        <p:spPr>
          <a:xfrm>
            <a:off x="960120" y="1021080"/>
            <a:ext cx="92354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3 – Calculator Project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the calculator logic.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arithmetic operations.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conditional statements and functions.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different calculations.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4 – Number Guessing Game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the game logic.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random number generation.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loops and conditional statements.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Tested different guesses and game conditions.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720" y="1825625"/>
            <a:ext cx="5593080" cy="4351338"/>
          </a:xfrm>
        </p:spPr>
        <p:txBody>
          <a:bodyPr/>
          <a:lstStyle/>
          <a:p>
            <a:r>
              <a:rPr lang="en-US" dirty="0"/>
              <a:t>PROJECT 1 – CALCULATOR USING </a:t>
            </a:r>
            <a:r>
              <a:rPr lang="en-US" dirty="0" smtClean="0"/>
              <a:t>C</a:t>
            </a:r>
            <a:endParaRPr lang="en-US" dirty="0" smtClean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develop a simple calculator program capable of performing basic arithmetic </a:t>
            </a:r>
            <a:r>
              <a:rPr lang="en-US" dirty="0" smtClean="0"/>
              <a:t>operation</a:t>
            </a:r>
            <a:endParaRPr lang="en-US" dirty="0" smtClean="0"/>
          </a:p>
          <a:p>
            <a:r>
              <a:rPr lang="en-US" dirty="0" smtClean="0"/>
              <a:t>Concept used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Variables ,operators, switch case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dirty="0" err="1"/>
              <a:t>F</a:t>
            </a:r>
            <a:r>
              <a:rPr lang="en-US" dirty="0" err="1" smtClean="0"/>
              <a:t>unctiona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821680" cy="4351338"/>
          </a:xfrm>
        </p:spPr>
        <p:txBody>
          <a:bodyPr/>
          <a:lstStyle/>
          <a:p>
            <a:r>
              <a:rPr lang="en-US" dirty="0"/>
              <a:t>PROJECT 2 – NUMBER GUESSING GAME USING C</a:t>
            </a:r>
            <a:endParaRPr lang="en-US" dirty="0"/>
          </a:p>
          <a:p>
            <a:r>
              <a:rPr lang="en-US" b="1" dirty="0"/>
              <a:t>Objective:</a:t>
            </a:r>
            <a:br>
              <a:rPr lang="en-US" dirty="0"/>
            </a:br>
            <a:r>
              <a:rPr lang="en-US" dirty="0"/>
              <a:t>To develop an interactive game where the user attempts to guess a randomly generated number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b="1" dirty="0"/>
              <a:t>Concepts Used</a:t>
            </a:r>
            <a:endParaRPr lang="en-US" b="1" dirty="0"/>
          </a:p>
          <a:p>
            <a:r>
              <a:rPr lang="en-US" dirty="0"/>
              <a:t>Variables </a:t>
            </a:r>
            <a:r>
              <a:rPr lang="en-US" dirty="0" smtClean="0"/>
              <a:t>,Conditional </a:t>
            </a:r>
            <a:r>
              <a:rPr lang="en-US" dirty="0"/>
              <a:t>statements </a:t>
            </a:r>
            <a:endParaRPr lang="en-US" dirty="0"/>
          </a:p>
          <a:p>
            <a:r>
              <a:rPr lang="en-US" dirty="0"/>
              <a:t>Loops ,</a:t>
            </a:r>
            <a:r>
              <a:rPr lang="en-US" dirty="0" smtClean="0"/>
              <a:t>Random </a:t>
            </a:r>
            <a:r>
              <a:rPr lang="en-US" dirty="0"/>
              <a:t>number generation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0EC4D6-2A5D-45C1-86E3-8BE19A62D209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195F4C-44D2-4F45-A0AC-21646A9D27BF}" type="slidenum">
              <a:rPr lang="en-US" altLang="en-US" smtClean="0"/>
            </a:fld>
            <a:endParaRPr lang="en-US" altLang="en-US"/>
          </a:p>
        </p:txBody>
      </p:sp>
      <p:sp>
        <p:nvSpPr>
          <p:cNvPr id="3" name="Rectangle 2"/>
          <p:cNvSpPr/>
          <p:nvPr/>
        </p:nvSpPr>
        <p:spPr>
          <a:xfrm>
            <a:off x="1179274" y="836414"/>
            <a:ext cx="17315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482745"/>
            <a:ext cx="110642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 the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4-week C Programming Internship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Calculator using 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Guessing Game using C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understanding of C programming fundamentals.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logical and problem-solving abilities.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debugging and program-testing skills.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in developing console-based applications.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Became more confident in writing and executing C programs.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pPr marL="0" indent="0">
              <a:buNone/>
            </a:pPr>
            <a:endParaRPr lang="en-US" b="1" dirty="0"/>
          </a:p>
          <a:p>
            <a:r>
              <a:rPr lang="en-US" dirty="0"/>
              <a:t>Successfully completed the </a:t>
            </a:r>
            <a:r>
              <a:rPr lang="en-US" b="1" dirty="0"/>
              <a:t>4-week C Programming Internship</a:t>
            </a:r>
            <a:r>
              <a:rPr lang="en-US" dirty="0"/>
              <a:t>. </a:t>
            </a:r>
            <a:endParaRPr lang="en-US" dirty="0"/>
          </a:p>
          <a:p>
            <a:r>
              <a:rPr lang="en-US" dirty="0"/>
              <a:t>Developed a </a:t>
            </a:r>
            <a:r>
              <a:rPr lang="en-US" b="1" dirty="0"/>
              <a:t>Calculator using C</a:t>
            </a:r>
            <a:r>
              <a:rPr lang="en-US" dirty="0"/>
              <a:t>. </a:t>
            </a:r>
            <a:endParaRPr lang="en-US" dirty="0"/>
          </a:p>
          <a:p>
            <a:r>
              <a:rPr lang="en-US" dirty="0"/>
              <a:t>Developed a </a:t>
            </a:r>
            <a:r>
              <a:rPr lang="en-US" b="1" dirty="0"/>
              <a:t>Number Guessing Game using C</a:t>
            </a:r>
            <a:r>
              <a:rPr lang="en-US" dirty="0"/>
              <a:t>. </a:t>
            </a:r>
            <a:endParaRPr lang="en-US" dirty="0"/>
          </a:p>
          <a:p>
            <a:r>
              <a:rPr lang="en-US" dirty="0"/>
              <a:t>Improved understanding of C programming fundamentals. </a:t>
            </a:r>
            <a:endParaRPr lang="en-US" dirty="0"/>
          </a:p>
          <a:p>
            <a:r>
              <a:rPr lang="en-US" dirty="0"/>
              <a:t>Strengthened logical and problem-solving abilities. </a:t>
            </a:r>
            <a:endParaRPr lang="en-US" dirty="0"/>
          </a:p>
          <a:p>
            <a:r>
              <a:rPr lang="en-US" dirty="0"/>
              <a:t>Improved debugging and program-testing skills. </a:t>
            </a:r>
            <a:endParaRPr lang="en-US" dirty="0"/>
          </a:p>
          <a:p>
            <a:r>
              <a:rPr lang="en-US" dirty="0"/>
              <a:t>Gained practical experience in developing console-based applications. </a:t>
            </a:r>
            <a:endParaRPr lang="en-US" dirty="0"/>
          </a:p>
          <a:p>
            <a:r>
              <a:rPr lang="en-US" dirty="0"/>
              <a:t>Became more confident in writing and executing C programs.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blinds dir="vert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  <a:endParaRPr lang="en-US" sz="6600" dirty="0">
              <a:solidFill>
                <a:schemeClr val="accent2">
                  <a:lumMod val="40000"/>
                  <a:lumOff val="6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blinds dir="vert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</a:fld>
            <a:endParaRPr lang="en-US" altLang="en-US"/>
          </a:p>
        </p:txBody>
      </p:sp>
    </p:spTree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3975</Words>
  <Application>WPS Presentation</Application>
  <PresentationFormat>Widescreen</PresentationFormat>
  <Paragraphs>165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SimSun</vt:lpstr>
      <vt:lpstr>Wingdings</vt:lpstr>
      <vt:lpstr>Calibri</vt:lpstr>
      <vt:lpstr>Calibri Light</vt:lpstr>
      <vt:lpstr>Arial</vt:lpstr>
      <vt:lpstr>Cambria</vt:lpstr>
      <vt:lpstr>Verdana</vt:lpstr>
      <vt:lpstr>Times New Roman</vt:lpstr>
      <vt:lpstr>Tahoma</vt:lpstr>
      <vt:lpstr>Microsoft YaHei</vt:lpstr>
      <vt:lpstr>Arial Unicode MS</vt:lpstr>
      <vt:lpstr>Office Theme</vt:lpstr>
      <vt:lpstr>PowerPoint 演示文稿</vt:lpstr>
      <vt:lpstr>Content</vt:lpstr>
      <vt:lpstr>About Company or Organization</vt:lpstr>
      <vt:lpstr>Working domain or the technology</vt:lpstr>
      <vt:lpstr>Objectives of the work</vt:lpstr>
      <vt:lpstr>Methodology Used / Course Description </vt:lpstr>
      <vt:lpstr>PowerPoint 演示文稿</vt:lpstr>
      <vt:lpstr>Results</vt:lpstr>
      <vt:lpstr>PowerPoint 演示文稿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Devika</cp:lastModifiedBy>
  <cp:revision>946</cp:revision>
  <cp:lastPrinted>2018-07-24T06:37:00Z</cp:lastPrinted>
  <dcterms:created xsi:type="dcterms:W3CDTF">2018-06-07T04:06:00Z</dcterms:created>
  <dcterms:modified xsi:type="dcterms:W3CDTF">2026-08-08T04:00:10Z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F927064E37554541A1BC724D98E4798A_13</vt:lpwstr>
  </property>
  <property fmtid="{D5CDD505-2E9C-101B-9397-08002B2CF9AE}" pid="3" name="KSOProductBuildVer">
    <vt:lpwstr>1033-12.1.0.28032</vt:lpwstr>
  </property>
</Properties>
</file>